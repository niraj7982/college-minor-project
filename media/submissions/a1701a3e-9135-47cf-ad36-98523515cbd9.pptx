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1944" y="-4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00275"/>
            <a:ext cx="7610475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-Presentation-2-pptx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2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-Presentation-2-pptx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-Presentation-2-pptx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-Presentation-2-pptx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-Presentation-2-pptx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-Presentation-2-pptx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-Presentation-2-pptx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Windows User</cp:lastModifiedBy>
  <cp:revision>3</cp:revision>
  <dcterms:created xsi:type="dcterms:W3CDTF">2013-01-27T09:14:16Z</dcterms:created>
  <dcterms:modified xsi:type="dcterms:W3CDTF">2025-10-26T14:26:36Z</dcterms:modified>
  <cp:category/>
</cp:coreProperties>
</file>